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728655" cy="3539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0"/>
              </a:spcAft>
              <a:defRPr sz="5400" b="1">
                <a:solidFill>
                  <a:srgbClr val="000000"/>
                </a:solidFill>
                <a:latin typeface="Arial"/>
              </a:defRPr>
            </a:pPr>
            <a:r>
              <a:rPr dirty="0"/>
              <a:t>VOZ SEGURA</a:t>
            </a:r>
          </a:p>
          <a:p>
            <a:pPr algn="ctr">
              <a:spcAft>
                <a:spcPts val="6000"/>
              </a:spcAft>
              <a:defRPr sz="2400">
                <a:solidFill>
                  <a:srgbClr val="505050"/>
                </a:solidFill>
                <a:latin typeface="Arial"/>
              </a:defRPr>
            </a:pPr>
            <a:r>
              <a:rPr dirty="0"/>
              <a:t>Sistema de </a:t>
            </a:r>
            <a:r>
              <a:rPr dirty="0" err="1"/>
              <a:t>Apoio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Enfrentamento</a:t>
            </a:r>
            <a:r>
              <a:rPr dirty="0"/>
              <a:t> da </a:t>
            </a:r>
            <a:r>
              <a:rPr dirty="0" err="1"/>
              <a:t>Violência</a:t>
            </a:r>
            <a:r>
              <a:rPr dirty="0"/>
              <a:t> contra a Mulher</a:t>
            </a:r>
          </a:p>
          <a:p>
            <a:pPr algn="ctr">
              <a:spcAft>
                <a:spcPts val="40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rPr dirty="0"/>
              <a:t>Equipe: Eric Assis e José Raimundo</a:t>
            </a:r>
          </a:p>
          <a:p>
            <a:pPr algn="ctr">
              <a:defRPr sz="1600">
                <a:solidFill>
                  <a:srgbClr val="505050"/>
                </a:solidFill>
                <a:latin typeface="Arial"/>
              </a:defRPr>
            </a:pPr>
            <a:r>
              <a:rPr dirty="0"/>
              <a:t>Centro Universitário </a:t>
            </a:r>
            <a:r>
              <a:rPr dirty="0" err="1"/>
              <a:t>UniRuy</a:t>
            </a:r>
            <a:r>
              <a:rPr dirty="0"/>
              <a:t> Wyden</a:t>
            </a:r>
            <a:br>
              <a:rPr dirty="0"/>
            </a:br>
            <a:r>
              <a:rPr dirty="0" err="1"/>
              <a:t>Projeto</a:t>
            </a:r>
            <a:r>
              <a:rPr dirty="0"/>
              <a:t> de Sistemas | </a:t>
            </a:r>
            <a:r>
              <a:rPr dirty="0" err="1"/>
              <a:t>Engenharia</a:t>
            </a:r>
            <a:r>
              <a:rPr dirty="0"/>
              <a:t> de Software | Prof. </a:t>
            </a:r>
            <a:r>
              <a:rPr dirty="0" err="1"/>
              <a:t>Msc</a:t>
            </a:r>
            <a:r>
              <a:rPr dirty="0"/>
              <a:t>. Heleno Cardoso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Contexto e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Violência contra a Mulher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Índices alarmantes de agressões domésticas e risco de feminicídio.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Necessidade de suporte ágil, seguro e com total privacidade.</a:t>
            </a: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O Projeto Voz Segura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Proposta desenvolvida pela SafeTech Solutions.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Desenvolvimento encomendado pelo cliente fictício Instituto Voz da Mulher.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Foco no acolhimento, orientação e facilitação de denúncias.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Objetivos do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Objetivo Geral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Desenvolver uma aplicação funcional e acessível de apoio ao enfrentamento da violência contra a mulher, em conformidade com as diretrizes da LGPD.</a:t>
            </a: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Objetivos Específicos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Disponibilizar conteúdos informativos e educativos sobre formas de violência.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Oferecer botão SOS para contatos de emergência e centrais policiais.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Permitir o registro e acompanhamento seguro de denúncias confidenciais.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Metodologia: Organização no Trello</a:t>
            </a:r>
          </a:p>
        </p:txBody>
      </p:sp>
      <p:pic>
        <p:nvPicPr>
          <p:cNvPr id="3" name="Picture 2" descr="MetodoScrum_Tr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446" y="1645920"/>
            <a:ext cx="8068802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Arial"/>
              </a:defRPr>
            </a:pPr>
            <a:r>
              <a:t>Planejamento ágil utilizando framework Scrum com divisões de Backlog, Em Andamento e Concluído.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Requisitos Funcionais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Autenticação e Cadastro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Cadastro e login seguros com criptografia de senhas.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Privacidade garantida: uma usuária não tem acesso aos dados de outra.</a:t>
            </a: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Ajuda de Emergência e Denúncia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Botão SOS de ajuda rápida acessível em todas as telas.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Cadastro de até 5 contatos de emergência (e-mail, endereço, telefone).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Formulário para registro formal e sigiloso de denúncias.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Diagrama de Casos de Uso</a:t>
            </a:r>
          </a:p>
        </p:txBody>
      </p:sp>
      <p:pic>
        <p:nvPicPr>
          <p:cNvPr id="3" name="Picture 2" descr="Diagrama Casos de 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528" y="1645920"/>
            <a:ext cx="3582638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Arial"/>
              </a:defRPr>
            </a:pPr>
            <a:r>
              <a:t>Visão geral das interações das usuárias com as funcionalidades do Voz Segura.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Requisitos Não Funcionais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Usabilidade e Responsividade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Interface adaptada para rodar em computadores e celulares (design responsivo).</a:t>
            </a: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Segurança e Privacidade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Criptografia de senhas com algoritmo robusto (bcrypt).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Adequação rigorosa à LGPD sobre a coleta e finalidade dos dados pessoais.</a:t>
            </a: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Desempenho e Confiabilidade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Tempo de resposta das ações inferior a 3 segundos sob uso normal.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Uptime/Disponibilidade garantida de 99,5% do botão de emergência.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Regras de Negócio Críticas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Acesso Livre ao SOS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O acionamento do botão de emergência (SOS) não requer autenticação no sistema.</a:t>
            </a: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Imutabilidade de Ocorrências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Denúncias registradas não podem ser excluídas ou editadas pela usuária, garantindo a integridade dos fatos.</a:t>
            </a: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Segurança de Dados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Impossibilidade absoluta de compartilhamento ou visualização de dados entre diferentes usuárias.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Diagrama de Classes UML</a:t>
            </a:r>
          </a:p>
        </p:txBody>
      </p:sp>
      <p:pic>
        <p:nvPicPr>
          <p:cNvPr id="3" name="Picture 2" descr="Diagrama de 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601" y="1645920"/>
            <a:ext cx="6712491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Arial"/>
              </a:defRPr>
            </a:pPr>
            <a:r>
              <a:t>Representação estrutural das classes de domínio: Usuaria, ContatoEmergencia, Denuncia e PedidoAjuda.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Modelagem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Modelo Entidade-Relacionamento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A entidade central do domínio é a Usuária, que possui relacionamento de um para muitos (1:N) com Contato de Emergência, Denúncia e Pedido de Ajuda.</a:t>
            </a: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Restrições e Integridade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Atualizações propagadas em cascata (CASCADE).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Exclusão restrita (RESTRICT): uma conta de usuária só pode ser removida se não possuir denúncias ou contatos ativos.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Modelagem de Dados: Modelo Lógico</a:t>
            </a:r>
          </a:p>
        </p:txBody>
      </p:sp>
      <p:pic>
        <p:nvPicPr>
          <p:cNvPr id="3" name="Picture 2" descr="Modelo log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697" y="1645920"/>
            <a:ext cx="5176299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Arial"/>
              </a:defRPr>
            </a:pPr>
            <a:r>
              <a:t>Esquema relacional detalhando atributos, chaves primárias (PK) e estrangeiras (FK).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Modelagem de Dados: Modelo Físico</a:t>
            </a:r>
          </a:p>
        </p:txBody>
      </p:sp>
      <p:pic>
        <p:nvPicPr>
          <p:cNvPr id="3" name="Picture 2" descr="Modelo fis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761" y="1645920"/>
            <a:ext cx="4372171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Arial"/>
              </a:defRPr>
            </a:pPr>
            <a:r>
              <a:t>Representação física das tabelas do banco de dados relacional.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Testes e Qualidade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Testes de Caixa Preta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Validação rigorosa de formulários para impedir inserção de dados em branco.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Simulação de cenários alternativos e de exceção no login e cadastro.</a:t>
            </a: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Testes de Resiliência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O botão SOS é testado sob simulação de falha de conexão (armazenamento e reenvio local).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Qualidade em Produção: Sentry</a:t>
            </a:r>
          </a:p>
        </p:txBody>
      </p:sp>
      <p:pic>
        <p:nvPicPr>
          <p:cNvPr id="3" name="Picture 2" descr="SentryErrorDet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764401"/>
            <a:ext cx="10058400" cy="36035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>
                <a:solidFill>
                  <a:srgbClr val="505050"/>
                </a:solidFill>
                <a:latin typeface="Arial"/>
              </a:defRPr>
            </a:pPr>
            <a:r>
              <a:t>Interface de monitoramento de erros em tempo real integrada ao frontend.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0000"/>
                </a:solidFill>
                <a:latin typeface="Arial"/>
              </a:defRPr>
            </a:pPr>
            <a:r>
              <a:t>Protótipo Funcional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Stack Tecnológica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Frontend leve, responsivo e modular desenvolvido puramente em HTML5, CSS3 e JavaScript.</a:t>
            </a: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Visual Acolhedor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Cores e estilo em gradiente (roxo escuro e preto) transmitindo seriedade, segurança e acolhimento.</a:t>
            </a:r>
          </a:p>
          <a:p>
            <a:pPr>
              <a:spcAft>
                <a:spcPts val="80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r>
              <a:t>• Fluxo de Telas Concluído</a:t>
            </a:r>
          </a:p>
          <a:p>
            <a:pPr>
              <a:spcAft>
                <a:spcPts val="600"/>
              </a:spcAft>
              <a:defRPr sz="1800">
                <a:solidFill>
                  <a:srgbClr val="505050"/>
                </a:solidFill>
                <a:latin typeface="Arial"/>
              </a:defRPr>
            </a:pPr>
            <a:r>
              <a:t>    - Telas principais construídas: Tela Inicial, Cadastro, Login, Menu Principal, Informações, Contatos, Denúncia e SOS.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729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Eric</cp:lastModifiedBy>
  <cp:revision>3</cp:revision>
  <dcterms:created xsi:type="dcterms:W3CDTF">2013-01-27T09:14:16Z</dcterms:created>
  <dcterms:modified xsi:type="dcterms:W3CDTF">2026-05-27T01:35:35Z</dcterms:modified>
  <cp:category/>
</cp:coreProperties>
</file>